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200400" cy="3200400"/>
          </a:xfrm>
          <a:prstGeom prst="ellipse">
            <a:avLst/>
          </a:prstGeom>
          <a:solidFill>
            <a:srgbClr val="CC003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114800"/>
            <a:ext cx="2286000" cy="2286000"/>
          </a:xfrm>
          <a:prstGeom prst="ellipse">
            <a:avLst/>
          </a:prstGeom>
          <a:solidFill>
            <a:srgbClr val="CC003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164592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 Rubyness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try. I verify.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Coding Agent — Built Entirely by AI Agents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9144000" cy="4572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 •  MIT License  •  Open Source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Coding Is Broken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926080"/>
          </a:xfrm>
          <a:prstGeom prst="rect">
            <a:avLst>
              <a:gd name="adj" fmla="val 3571"/>
            </a:avLst>
          </a:prstGeom>
          <a:solidFill>
            <a:srgbClr val="2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011680"/>
            <a:ext cx="914400" cy="914400"/>
          </a:xfrm>
          <a:prstGeom prst="ellipse">
            <a:avLst/>
          </a:prstGeom>
          <a:solidFill>
            <a:srgbClr val="CC0033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costs $15/M input tokens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single coding task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560320" cy="2926080"/>
          </a:xfrm>
          <a:prstGeom prst="rect">
            <a:avLst>
              <a:gd name="adj" fmla="val 3571"/>
            </a:avLst>
          </a:prstGeom>
          <a:solidFill>
            <a:srgbClr val="2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2011680"/>
            <a:ext cx="914400" cy="914400"/>
          </a:xfrm>
          <a:prstGeom prst="ellipse">
            <a:avLst/>
          </a:prstGeom>
          <a:solidFill>
            <a:srgbClr val="CC0033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Inconsistent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different results.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verification, no guarantees.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560320" cy="2926080"/>
          </a:xfrm>
          <a:prstGeom prst="rect">
            <a:avLst>
              <a:gd name="adj" fmla="val 3571"/>
            </a:avLst>
          </a:prstGeom>
          <a:solidFill>
            <a:srgbClr val="2A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2011680"/>
            <a:ext cx="914400" cy="914400"/>
          </a:xfrm>
          <a:prstGeom prst="ellipse">
            <a:avLst/>
          </a:prstGeom>
          <a:solidFill>
            <a:srgbClr val="CC0033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Siloed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can't see the whole picture.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across sessions.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developers say AI coding tools don't meet their expectations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 Rubyness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try. I verify.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560320" cy="1737360"/>
          </a:xfrm>
          <a:prstGeom prst="rect">
            <a:avLst>
              <a:gd name="adj" fmla="val 5263"/>
            </a:avLst>
          </a:prstGeom>
          <a:solidFill>
            <a:srgbClr val="2A2A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54864" cy="17373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Multi-Model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GPT, Gemini,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MiMo, Ollama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560320" cy="1737360"/>
          </a:xfrm>
          <a:prstGeom prst="rect">
            <a:avLst>
              <a:gd name="adj" fmla="val 5263"/>
            </a:avLst>
          </a:prstGeom>
          <a:solidFill>
            <a:srgbClr val="2A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011680"/>
            <a:ext cx="54864" cy="17373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48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nodes, 142 edges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contextual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560320" cy="1737360"/>
          </a:xfrm>
          <a:prstGeom prst="rect">
            <a:avLst>
              <a:gd name="adj" fmla="val 5263"/>
            </a:avLst>
          </a:prstGeom>
          <a:solidFill>
            <a:srgbClr val="2A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011680"/>
            <a:ext cx="54864" cy="17373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48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Researcher, Coder,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work together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2560320" cy="1737360"/>
          </a:xfrm>
          <a:prstGeom prst="rect">
            <a:avLst>
              <a:gd name="adj" fmla="val 5263"/>
            </a:avLst>
          </a:prstGeom>
          <a:solidFill>
            <a:srgbClr val="2A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23360"/>
            <a:ext cx="54864" cy="17373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 Code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Coverage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566 tests passing.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by design.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4023360"/>
            <a:ext cx="2560320" cy="1737360"/>
          </a:xfrm>
          <a:prstGeom prst="rect">
            <a:avLst>
              <a:gd name="adj" fmla="val 5263"/>
            </a:avLst>
          </a:prstGeom>
          <a:solidFill>
            <a:srgbClr val="2A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4023360"/>
            <a:ext cx="54864" cy="17373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4160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7× Cheaper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 Opus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66160" y="4937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delivers premium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at budget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2560320" cy="1737360"/>
          </a:xfrm>
          <a:prstGeom prst="rect">
            <a:avLst>
              <a:gd name="adj" fmla="val 5263"/>
            </a:avLst>
          </a:prstGeom>
          <a:solidFill>
            <a:srgbClr val="2A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023360"/>
            <a:ext cx="54864" cy="17373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160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4937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proof: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building AI tools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It's Built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298448" cy="1188720"/>
          </a:xfrm>
          <a:prstGeom prst="rect">
            <a:avLst>
              <a:gd name="adj" fmla="val 6154"/>
            </a:avLst>
          </a:prstGeom>
          <a:solidFill>
            <a:srgbClr val="8899AA">
              <a:alpha val="80000"/>
            </a:srgbClr>
          </a:solidFill>
          <a:ln w="254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4208" y="155448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56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47088" y="1554480"/>
            <a:ext cx="1298448" cy="1188720"/>
          </a:xfrm>
          <a:prstGeom prst="rect">
            <a:avLst>
              <a:gd name="adj" fmla="val 6154"/>
            </a:avLst>
          </a:prstGeom>
          <a:solidFill>
            <a:srgbClr val="4466AA">
              <a:alpha val="80000"/>
            </a:srgbClr>
          </a:solidFill>
          <a:ln w="25400">
            <a:solidFill>
              <a:srgbClr val="4466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5544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536" y="155448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5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28416" y="1554480"/>
            <a:ext cx="1298448" cy="1188720"/>
          </a:xfrm>
          <a:prstGeom prst="rect">
            <a:avLst>
              <a:gd name="adj" fmla="val 6154"/>
            </a:avLst>
          </a:prstGeom>
          <a:solidFill>
            <a:srgbClr val="CC0033">
              <a:alpha val="80000"/>
            </a:srgbClr>
          </a:solidFill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5544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6864" y="155448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5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09744" y="1554480"/>
            <a:ext cx="1298448" cy="1188720"/>
          </a:xfrm>
          <a:prstGeom prst="rect">
            <a:avLst>
              <a:gd name="adj" fmla="val 6154"/>
            </a:avLst>
          </a:prstGeom>
          <a:solidFill>
            <a:srgbClr val="448866">
              <a:alpha val="80000"/>
            </a:srgbClr>
          </a:solidFill>
          <a:ln w="25400">
            <a:solidFill>
              <a:srgbClr val="4488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5544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08192" y="155448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56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91072" y="1554480"/>
            <a:ext cx="1298448" cy="1188720"/>
          </a:xfrm>
          <a:prstGeom prst="rect">
            <a:avLst>
              <a:gd name="adj" fmla="val 6154"/>
            </a:avLst>
          </a:prstGeom>
          <a:solidFill>
            <a:srgbClr val="FFB800">
              <a:alpha val="80000"/>
            </a:srgbClr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5544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155448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56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772400" y="1554480"/>
            <a:ext cx="1298448" cy="1188720"/>
          </a:xfrm>
          <a:prstGeom prst="rect">
            <a:avLst>
              <a:gd name="adj" fmla="val 6154"/>
            </a:avLst>
          </a:prstGeom>
          <a:solidFill>
            <a:srgbClr val="6644AA">
              <a:alpha val="80000"/>
            </a:srgbClr>
          </a:solidFill>
          <a:ln w="25400">
            <a:solidFill>
              <a:srgbClr val="664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5544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PIPELINE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560320" cy="1463040"/>
          </a:xfrm>
          <a:prstGeom prst="rect">
            <a:avLst>
              <a:gd name="adj" fmla="val 6250"/>
            </a:avLst>
          </a:prstGeom>
          <a:solidFill>
            <a:srgbClr val="2A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749040"/>
            <a:ext cx="2560320" cy="73152"/>
          </a:xfrm>
          <a:prstGeom prst="rect">
            <a:avLst/>
          </a:prstGeom>
          <a:solidFill>
            <a:srgbClr val="4488C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codebase &amp;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56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560320" cy="1463040"/>
          </a:xfrm>
          <a:prstGeom prst="rect">
            <a:avLst>
              <a:gd name="adj" fmla="val 6250"/>
            </a:avLst>
          </a:prstGeom>
          <a:solidFill>
            <a:srgbClr val="2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3749040"/>
            <a:ext cx="256032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3192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2044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&amp; implements changes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56"/>
                </a:solidFill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217920" y="3749040"/>
            <a:ext cx="2560320" cy="1463040"/>
          </a:xfrm>
          <a:prstGeom prst="rect">
            <a:avLst>
              <a:gd name="adj" fmla="val 6250"/>
            </a:avLst>
          </a:prstGeom>
          <a:solidFill>
            <a:srgbClr val="2A2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3749040"/>
            <a:ext cx="2560320" cy="73152"/>
          </a:xfrm>
          <a:prstGeom prst="rect">
            <a:avLst/>
          </a:prstGeom>
          <a:solidFill>
            <a:srgbClr val="44AA66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6656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508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&amp; verifies output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flows through specialized agents — research first, then code, then review — ensuring quality at every step.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Developers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023360" cy="1234440"/>
          </a:xfrm>
          <a:prstGeom prst="rect">
            <a:avLst>
              <a:gd name="adj" fmla="val 5926"/>
            </a:avLst>
          </a:prstGeom>
          <a:solidFill>
            <a:srgbClr val="2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23444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Graph Memory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understanding of your entire codebase. 141 interconnected nodes remember everything.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4023360" cy="1234440"/>
          </a:xfrm>
          <a:prstGeom prst="rect">
            <a:avLst>
              <a:gd name="adj" fmla="val 5926"/>
            </a:avLst>
          </a:prstGeom>
          <a:solidFill>
            <a:srgbClr val="2A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554480"/>
            <a:ext cx="54864" cy="1234440"/>
          </a:xfrm>
          <a:prstGeom prst="rect">
            <a:avLst/>
          </a:prstGeom>
          <a:solidFill>
            <a:srgbClr val="4488CC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Multi-Model Flexibility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057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Claude, GPT, Gemini, MiMo, or Ollama. Use the right model for each task.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023360" cy="1234440"/>
          </a:xfrm>
          <a:prstGeom prst="rect">
            <a:avLst>
              <a:gd name="adj" fmla="val 5926"/>
            </a:avLst>
          </a:prstGeom>
          <a:solidFill>
            <a:srgbClr val="2A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17520"/>
            <a:ext cx="54864" cy="12344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Verification-First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566 tests and 87% coverage aren't just numbers — they're the philosophy. Verify, then trust.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4023360" cy="1234440"/>
          </a:xfrm>
          <a:prstGeom prst="rect">
            <a:avLst>
              <a:gd name="adj" fmla="val 5926"/>
            </a:avLst>
          </a:prstGeom>
          <a:solidFill>
            <a:srgbClr val="2A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3017520"/>
            <a:ext cx="54864" cy="1234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Orchestration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code, review — specialized agents collaborate like a senior engineering team.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4023360" cy="1234440"/>
          </a:xfrm>
          <a:prstGeom prst="rect">
            <a:avLst>
              <a:gd name="adj" fmla="val 5926"/>
            </a:avLst>
          </a:prstGeom>
          <a:solidFill>
            <a:srgbClr val="2A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80560"/>
            <a:ext cx="54864" cy="1234440"/>
          </a:xfrm>
          <a:prstGeom prst="rect">
            <a:avLst/>
          </a:prstGeom>
          <a:solidFill>
            <a:srgbClr val="AA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Intelligence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delivers 1/7 the cost of Claude Opus without sacrificing quality on most tasks.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4480560"/>
            <a:ext cx="4023360" cy="1234440"/>
          </a:xfrm>
          <a:prstGeom prst="rect">
            <a:avLst>
              <a:gd name="adj" fmla="val 5926"/>
            </a:avLst>
          </a:prstGeom>
          <a:solidFill>
            <a:srgbClr val="2A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4480560"/>
            <a:ext cx="54864" cy="1234440"/>
          </a:xfrm>
          <a:prstGeom prst="rect">
            <a:avLst/>
          </a:prstGeom>
          <a:solidFill>
            <a:srgbClr val="44AA66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&amp; Extensible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4920" y="4983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licensed. TypeScript. Community-driven. Fork it, extend it, make it yours.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Model, Your Rules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54480" cy="3474720"/>
          </a:xfrm>
          <a:prstGeom prst="rect">
            <a:avLst>
              <a:gd name="adj" fmla="val 5882"/>
            </a:avLst>
          </a:prstGeom>
          <a:solidFill>
            <a:srgbClr val="2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1554480" cy="73152"/>
          </a:xfrm>
          <a:prstGeom prst="rect">
            <a:avLst/>
          </a:prstGeom>
          <a:solidFill>
            <a:srgbClr val="CC88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05840" cy="18288"/>
          </a:xfrm>
          <a:prstGeom prst="rect">
            <a:avLst/>
          </a:prstGeom>
          <a:solidFill>
            <a:srgbClr val="CC8844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reasoning &amp; code quality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88720" cy="365760"/>
          </a:xfrm>
          <a:prstGeom prst="rect">
            <a:avLst>
              <a:gd name="adj" fmla="val 12500"/>
            </a:avLst>
          </a:prstGeom>
          <a:solidFill>
            <a:srgbClr val="CC8844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89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1554480"/>
            <a:ext cx="1554480" cy="3474720"/>
          </a:xfrm>
          <a:prstGeom prst="rect">
            <a:avLst>
              <a:gd name="adj" fmla="val 5882"/>
            </a:avLst>
          </a:prstGeom>
          <a:solidFill>
            <a:srgbClr val="2A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554480"/>
            <a:ext cx="1554480" cy="73152"/>
          </a:xfrm>
          <a:prstGeom prst="rect">
            <a:avLst/>
          </a:prstGeom>
          <a:solidFill>
            <a:srgbClr val="44AA88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834640"/>
            <a:ext cx="1005840" cy="18288"/>
          </a:xfrm>
          <a:prstGeom prst="rect">
            <a:avLst/>
          </a:prstGeom>
          <a:solidFill>
            <a:srgbClr val="44AA88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capability &amp; ecosystem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4389120"/>
            <a:ext cx="1188720" cy="365760"/>
          </a:xfrm>
          <a:prstGeom prst="rect">
            <a:avLst>
              <a:gd name="adj" fmla="val 12500"/>
            </a:avLst>
          </a:prstGeom>
          <a:solidFill>
            <a:srgbClr val="44AA88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389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1554480"/>
            <a:ext cx="1554480" cy="3474720"/>
          </a:xfrm>
          <a:prstGeom prst="rect">
            <a:avLst>
              <a:gd name="adj" fmla="val 5882"/>
            </a:avLst>
          </a:prstGeom>
          <a:solidFill>
            <a:srgbClr val="2A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0" y="1554480"/>
            <a:ext cx="1554480" cy="73152"/>
          </a:xfrm>
          <a:prstGeom prst="rect">
            <a:avLst/>
          </a:prstGeom>
          <a:solidFill>
            <a:srgbClr val="4488CC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2834640"/>
            <a:ext cx="1005840" cy="18288"/>
          </a:xfrm>
          <a:prstGeom prst="rect">
            <a:avLst/>
          </a:prstGeom>
          <a:solidFill>
            <a:srgbClr val="4488CC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&amp; fast inference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0" y="4389120"/>
            <a:ext cx="1188720" cy="365760"/>
          </a:xfrm>
          <a:prstGeom prst="rect">
            <a:avLst>
              <a:gd name="adj" fmla="val 12500"/>
            </a:avLst>
          </a:prstGeom>
          <a:solidFill>
            <a:srgbClr val="4488CC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4389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1554480"/>
            <a:ext cx="1554480" cy="3474720"/>
          </a:xfrm>
          <a:prstGeom prst="rect">
            <a:avLst>
              <a:gd name="adj" fmla="val 5882"/>
            </a:avLst>
          </a:prstGeom>
          <a:solidFill>
            <a:srgbClr val="2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5577840" y="1554480"/>
            <a:ext cx="155448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MiMo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7784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Xiaomi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2834640"/>
            <a:ext cx="1005840" cy="18288"/>
          </a:xfrm>
          <a:prstGeom prst="rect">
            <a:avLst/>
          </a:prstGeom>
          <a:solidFill>
            <a:srgbClr val="CC0033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 cost of Opus, great for code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4389120"/>
            <a:ext cx="1188720" cy="365760"/>
          </a:xfrm>
          <a:prstGeom prst="rect">
            <a:avLst>
              <a:gd name="adj" fmla="val 12500"/>
            </a:avLst>
          </a:prstGeom>
          <a:solidFill>
            <a:srgbClr val="CC0033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4389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1554480"/>
            <a:ext cx="1554480" cy="3474720"/>
          </a:xfrm>
          <a:prstGeom prst="rect">
            <a:avLst>
              <a:gd name="adj" fmla="val 5882"/>
            </a:avLst>
          </a:prstGeom>
          <a:solidFill>
            <a:srgbClr val="2A2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0" y="1554480"/>
            <a:ext cx="1554480" cy="73152"/>
          </a:xfrm>
          <a:prstGeom prst="rect">
            <a:avLst/>
          </a:prstGeom>
          <a:solidFill>
            <a:srgbClr val="666688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Ollama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1520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2834640"/>
            <a:ext cx="1005840" cy="18288"/>
          </a:xfrm>
          <a:prstGeom prst="rect">
            <a:avLst/>
          </a:prstGeom>
          <a:solidFill>
            <a:srgbClr val="666688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fully offline, zero cost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98080" y="4389120"/>
            <a:ext cx="1188720" cy="365760"/>
          </a:xfrm>
          <a:prstGeom prst="rect">
            <a:avLst>
              <a:gd name="adj" fmla="val 12500"/>
            </a:avLst>
          </a:prstGeom>
          <a:solidFill>
            <a:srgbClr val="666688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0" y="4389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539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COMPARISON (relative)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715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920240" y="5733288"/>
            <a:ext cx="6583680" cy="137160"/>
          </a:xfrm>
          <a:prstGeom prst="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920240" y="5733288"/>
            <a:ext cx="6583680" cy="137160"/>
          </a:xfrm>
          <a:prstGeom prst="rect">
            <a:avLst>
              <a:gd name="adj" fmla="val 20000"/>
            </a:avLst>
          </a:prstGeom>
          <a:solidFill>
            <a:srgbClr val="CC8844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59161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20240" y="5934456"/>
            <a:ext cx="6583680" cy="137160"/>
          </a:xfrm>
          <a:prstGeom prst="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51" name="Shape 49"/>
          <p:cNvSpPr/>
          <p:nvPr/>
        </p:nvSpPr>
        <p:spPr>
          <a:xfrm>
            <a:off x="1920240" y="5934456"/>
            <a:ext cx="4608576" cy="137160"/>
          </a:xfrm>
          <a:prstGeom prst="rect">
            <a:avLst>
              <a:gd name="adj" fmla="val 20000"/>
            </a:avLst>
          </a:prstGeom>
          <a:solidFill>
            <a:srgbClr val="44AA88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117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920240" y="6135624"/>
            <a:ext cx="6583680" cy="137160"/>
          </a:xfrm>
          <a:prstGeom prst="rect">
            <a:avLst>
              <a:gd name="adj" fmla="val 20000"/>
            </a:avLst>
          </a:prstGeom>
          <a:solidFill>
            <a:srgbClr val="2A2A4A"/>
          </a:solidFill>
          <a:ln/>
        </p:spPr>
      </p:sp>
      <p:sp>
        <p:nvSpPr>
          <p:cNvPr id="54" name="Shape 52"/>
          <p:cNvSpPr/>
          <p:nvPr/>
        </p:nvSpPr>
        <p:spPr>
          <a:xfrm>
            <a:off x="1920240" y="6135624"/>
            <a:ext cx="921715" cy="137160"/>
          </a:xfrm>
          <a:prstGeom prst="rect">
            <a:avLst>
              <a:gd name="adj" fmla="val 20000"/>
            </a:avLst>
          </a:prstGeom>
          <a:solidFill>
            <a:srgbClr val="CC0033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63185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20240" y="6336792"/>
            <a:ext cx="6583680" cy="137160"/>
          </a:xfrm>
          <a:prstGeom prst="rect">
            <a:avLst>
              <a:gd name="adj" fmla="val 20000"/>
            </a:avLst>
          </a:prstGeom>
          <a:solidFill>
            <a:srgbClr val="2A2A4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You Can Measure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2560320"/>
          </a:xfrm>
          <a:prstGeom prst="rect">
            <a:avLst>
              <a:gd name="adj" fmla="val 5581"/>
            </a:avLst>
          </a:prstGeom>
          <a:solidFill>
            <a:srgbClr val="2A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0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&amp; verified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965960" cy="2560320"/>
          </a:xfrm>
          <a:prstGeom prst="rect">
            <a:avLst>
              <a:gd name="adj" fmla="val 5581"/>
            </a:avLst>
          </a:prstGeom>
          <a:solidFill>
            <a:srgbClr val="2A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737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60604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Thorough by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1965960" cy="2560320"/>
          </a:xfrm>
          <a:prstGeom prst="rect">
            <a:avLst>
              <a:gd name="adj" fmla="val 5581"/>
            </a:avLst>
          </a:prstGeom>
          <a:solidFill>
            <a:srgbClr val="2A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37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141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KG Nodes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entities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554480"/>
            <a:ext cx="1965960" cy="2560320"/>
          </a:xfrm>
          <a:prstGeom prst="rect">
            <a:avLst>
              <a:gd name="adj" fmla="val 5581"/>
            </a:avLst>
          </a:prstGeom>
          <a:solidFill>
            <a:srgbClr val="2A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737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A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903720" y="2834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KG Edges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3200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mapped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BREAKDOWN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4873752"/>
            <a:ext cx="6217920" cy="201168"/>
          </a:xfrm>
          <a:prstGeom prst="rect">
            <a:avLst>
              <a:gd name="adj" fmla="val 18182"/>
            </a:avLst>
          </a:prstGeom>
          <a:solidFill>
            <a:srgbClr val="2A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103120" y="4873752"/>
            <a:ext cx="5720486" cy="201168"/>
          </a:xfrm>
          <a:prstGeom prst="rect">
            <a:avLst>
              <a:gd name="adj" fmla="val 18182"/>
            </a:avLst>
          </a:prstGeom>
          <a:solidFill>
            <a:srgbClr val="CC0033"/>
          </a:solidFill>
          <a:ln/>
        </p:spPr>
      </p:sp>
      <p:sp>
        <p:nvSpPr>
          <p:cNvPr id="25" name="Text 23"/>
          <p:cNvSpPr/>
          <p:nvPr/>
        </p:nvSpPr>
        <p:spPr>
          <a:xfrm>
            <a:off x="7915046" y="4846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5193792"/>
            <a:ext cx="6217920" cy="201168"/>
          </a:xfrm>
          <a:prstGeom prst="rect">
            <a:avLst>
              <a:gd name="adj" fmla="val 18182"/>
            </a:avLst>
          </a:prstGeom>
          <a:solidFill>
            <a:srgbClr val="2A2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103120" y="5193792"/>
            <a:ext cx="5285232" cy="201168"/>
          </a:xfrm>
          <a:prstGeom prst="rect">
            <a:avLst>
              <a:gd name="adj" fmla="val 18182"/>
            </a:avLst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7479792" y="5166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03120" y="5513832"/>
            <a:ext cx="6217920" cy="201168"/>
          </a:xfrm>
          <a:prstGeom prst="rect">
            <a:avLst>
              <a:gd name="adj" fmla="val 18182"/>
            </a:avLst>
          </a:prstGeom>
          <a:solidFill>
            <a:srgbClr val="2A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2103120" y="5513832"/>
            <a:ext cx="4849978" cy="201168"/>
          </a:xfrm>
          <a:prstGeom prst="rect">
            <a:avLst>
              <a:gd name="adj" fmla="val 18182"/>
            </a:avLst>
          </a:prstGeom>
          <a:solidFill>
            <a:srgbClr val="FFB800"/>
          </a:solidFill>
          <a:ln/>
        </p:spPr>
      </p:sp>
      <p:sp>
        <p:nvSpPr>
          <p:cNvPr id="33" name="Text 31"/>
          <p:cNvSpPr/>
          <p:nvPr/>
        </p:nvSpPr>
        <p:spPr>
          <a:xfrm>
            <a:off x="7044538" y="5486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5833872"/>
            <a:ext cx="6217920" cy="201168"/>
          </a:xfrm>
          <a:prstGeom prst="rect">
            <a:avLst>
              <a:gd name="adj" fmla="val 18182"/>
            </a:avLst>
          </a:prstGeom>
          <a:solidFill>
            <a:srgbClr val="2A2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2103120" y="5833872"/>
            <a:ext cx="5409590" cy="201168"/>
          </a:xfrm>
          <a:prstGeom prst="rect">
            <a:avLst>
              <a:gd name="adj" fmla="val 18182"/>
            </a:avLst>
          </a:prstGeom>
          <a:solidFill>
            <a:srgbClr val="AA66CC"/>
          </a:solidFill>
          <a:ln/>
        </p:spPr>
      </p:sp>
      <p:sp>
        <p:nvSpPr>
          <p:cNvPr id="37" name="Text 35"/>
          <p:cNvSpPr/>
          <p:nvPr/>
        </p:nvSpPr>
        <p:spPr>
          <a:xfrm>
            <a:off x="7604150" y="5806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Prompt to Verified Code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280160" cy="3840480"/>
          </a:xfrm>
          <a:prstGeom prst="rect">
            <a:avLst>
              <a:gd name="adj" fmla="val 7143"/>
            </a:avLst>
          </a:prstGeom>
          <a:solidFill>
            <a:srgbClr val="2A2A4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640080" cy="640080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CLI 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3956"/>
                </a:solidFill>
              </a:rPr>
              <a:t>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37360" y="1554480"/>
            <a:ext cx="1280160" cy="3840480"/>
          </a:xfrm>
          <a:prstGeom prst="rect">
            <a:avLst>
              <a:gd name="adj" fmla="val 7143"/>
            </a:avLst>
          </a:prstGeom>
          <a:solidFill>
            <a:srgbClr val="2A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737360"/>
            <a:ext cx="640080" cy="640080"/>
          </a:xfrm>
          <a:prstGeom prst="ellipse">
            <a:avLst/>
          </a:prstGeom>
          <a:solidFill>
            <a:srgbClr val="4466AA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1089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selects optimal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task complexity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0175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3956"/>
                </a:solidFill>
              </a:rPr>
              <a:t>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1280160" cy="3840480"/>
          </a:xfrm>
          <a:prstGeom prst="rect">
            <a:avLst>
              <a:gd name="adj" fmla="val 7143"/>
            </a:avLst>
          </a:prstGeom>
          <a:solidFill>
            <a:srgbClr val="2A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737360"/>
            <a:ext cx="640080" cy="640080"/>
          </a:xfrm>
          <a:prstGeom prst="ellipse">
            <a:avLst/>
          </a:prstGeom>
          <a:solidFill>
            <a:srgbClr val="4488CC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4612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31089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agent scans your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&amp; knowledge graph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0175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3956"/>
                </a:solidFill>
              </a:rPr>
              <a:t>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63440" y="1554480"/>
            <a:ext cx="1280160" cy="3840480"/>
          </a:xfrm>
          <a:prstGeom prst="rect">
            <a:avLst>
              <a:gd name="adj" fmla="val 7143"/>
            </a:avLst>
          </a:prstGeom>
          <a:solidFill>
            <a:srgbClr val="2A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737360"/>
            <a:ext cx="640080" cy="64008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31089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agent generates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full context awareness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0175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3956"/>
                </a:solidFill>
              </a:rPr>
              <a:t>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26480" y="1554480"/>
            <a:ext cx="1280160" cy="3840480"/>
          </a:xfrm>
          <a:prstGeom prst="rect">
            <a:avLst>
              <a:gd name="adj" fmla="val 7143"/>
            </a:avLst>
          </a:prstGeom>
          <a:solidFill>
            <a:srgbClr val="2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7220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31089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agent validates,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tests, verifies quality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301752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3956"/>
                </a:solidFill>
              </a:rPr>
              <a:t>▸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89520" y="1554480"/>
            <a:ext cx="1280160" cy="3840480"/>
          </a:xfrm>
          <a:prstGeom prst="rect">
            <a:avLst>
              <a:gd name="adj" fmla="val 7143"/>
            </a:avLst>
          </a:prstGeom>
          <a:solidFill>
            <a:srgbClr val="2A2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7909560" y="1737360"/>
            <a:ext cx="640080" cy="64008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3524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35240" y="310896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tested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your approval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669280"/>
            <a:ext cx="8046720" cy="640080"/>
          </a:xfrm>
          <a:prstGeom prst="rect">
            <a:avLst>
              <a:gd name="adj" fmla="val 11429"/>
            </a:avLst>
          </a:prstGeom>
          <a:solidFill>
            <a:srgbClr val="CC0033">
              <a:alpha val="20000"/>
            </a:srgbClr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669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Every output is automatically tested against 566 test cases before delivery  ✦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Brain Behind the Agent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74720" y="2103120"/>
            <a:ext cx="2194560" cy="2194560"/>
          </a:xfrm>
          <a:prstGeom prst="ellipse">
            <a:avLst/>
          </a:prstGeom>
          <a:solidFill>
            <a:srgbClr val="CC0033"/>
          </a:solidFill>
          <a:ln/>
          <a:effectLst>
            <a:outerShdw sx="100000" sy="100000" kx="0" ky="0" algn="bl" rotWithShape="0" blurRad="254000" dist="50800" dir="16200000">
              <a:srgbClr val="CC0033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Rubyness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463040" cy="1097280"/>
          </a:xfrm>
          <a:prstGeom prst="ellipse">
            <a:avLst/>
          </a:prstGeom>
          <a:solidFill>
            <a:srgbClr val="FFB800">
              <a:alpha val="70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1463040" cy="1097280"/>
          </a:xfrm>
          <a:prstGeom prst="ellipse">
            <a:avLst/>
          </a:prstGeom>
          <a:solidFill>
            <a:srgbClr val="00D4AA">
              <a:alpha val="7000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459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463040" cy="1097280"/>
          </a:xfrm>
          <a:prstGeom prst="ellipse">
            <a:avLst/>
          </a:prstGeom>
          <a:solidFill>
            <a:srgbClr val="4488CC">
              <a:alpha val="70000"/>
            </a:srgbClr>
          </a:solidFill>
          <a:ln w="19050">
            <a:solidFill>
              <a:srgbClr val="448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3474720"/>
            <a:ext cx="1463040" cy="1097280"/>
          </a:xfrm>
          <a:prstGeom prst="ellipse">
            <a:avLst/>
          </a:prstGeom>
          <a:solidFill>
            <a:srgbClr val="AA66CC">
              <a:alpha val="70000"/>
            </a:srgbClr>
          </a:solidFill>
          <a:ln w="19050">
            <a:solidFill>
              <a:srgbClr val="AA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4747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4754880"/>
            <a:ext cx="1463040" cy="1097280"/>
          </a:xfrm>
          <a:prstGeom prst="ellipse">
            <a:avLst/>
          </a:prstGeom>
          <a:solidFill>
            <a:srgbClr val="44AA66">
              <a:alpha val="70000"/>
            </a:srgbClr>
          </a:solidFill>
          <a:ln w="19050">
            <a:solidFill>
              <a:srgbClr val="44A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4754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4754880"/>
            <a:ext cx="1463040" cy="1097280"/>
          </a:xfrm>
          <a:prstGeom prst="ellipse">
            <a:avLst/>
          </a:prstGeom>
          <a:solidFill>
            <a:srgbClr val="CC8844">
              <a:alpha val="70000"/>
            </a:srgbClr>
          </a:solidFill>
          <a:ln w="19050">
            <a:solidFill>
              <a:srgbClr val="CC88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754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645920" cy="1463040"/>
          </a:xfrm>
          <a:prstGeom prst="rect">
            <a:avLst>
              <a:gd name="adj" fmla="val 6250"/>
            </a:avLst>
          </a:prstGeom>
          <a:solidFill>
            <a:srgbClr val="2A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141</a:t>
            </a:r>
            <a:endParaRPr lang="en-US" sz="3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in graph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142</a:t>
            </a:r>
            <a:endParaRPr lang="en-US" sz="3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mapped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766560" y="4572000"/>
            <a:ext cx="2011680" cy="1463040"/>
          </a:xfrm>
          <a:prstGeom prst="rect">
            <a:avLst>
              <a:gd name="adj" fmla="val 6250"/>
            </a:avLst>
          </a:prstGeom>
          <a:solidFill>
            <a:srgbClr val="2A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</a:t>
            </a:r>
            <a:endParaRPr lang="en-US" sz="1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enriches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graph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CC003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2286000"/>
            <a:ext cx="5486400" cy="5486400"/>
          </a:xfrm>
          <a:prstGeom prst="ellipse">
            <a:avLst/>
          </a:prstGeom>
          <a:solidFill>
            <a:srgbClr val="CC003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don't try.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verify.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C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coding agent that actually delivers.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3657600"/>
            <a:ext cx="2743200" cy="731520"/>
          </a:xfrm>
          <a:prstGeom prst="rect">
            <a:avLst>
              <a:gd name="adj" fmla="val 12500"/>
            </a:avLst>
          </a:prstGeom>
          <a:solidFill>
            <a:srgbClr val="CC0033"/>
          </a:solidFill>
          <a:ln/>
          <a:effectLst>
            <a:outerShdw sx="100000" sy="100000" kx="0" ky="0" algn="bl" rotWithShape="0" blurRad="127000" dist="38100" dir="16200000">
              <a:srgbClr val="CC0033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3657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her-rubyness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github.com/her-rubyness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 •  MIT License  •  Open 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566 tests  •  87% coverage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400800"/>
            <a:ext cx="91440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AI agents. Verified by tests. Ready for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2026-06-13T11:39:29Z</dcterms:created>
  <dcterms:modified xsi:type="dcterms:W3CDTF">2026-06-13T11:39:29Z</dcterms:modified>
</cp:coreProperties>
</file>